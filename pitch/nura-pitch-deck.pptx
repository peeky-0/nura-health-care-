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9384" y="137160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19192" y="13258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NURA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438248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Care that gets documented.</a:t>
            </a:r>
            <a:endParaRPr lang="en-US" sz="2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Revenue that gets protected.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638648" y="3520440"/>
            <a:ext cx="914400" cy="10973"/>
          </a:xfrm>
          <a:prstGeom prst="rect">
            <a:avLst/>
          </a:prstGeom>
          <a:solidFill>
            <a:srgbClr val="E2E2D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438248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EVIDENCE-FIRST DOCUMENTATION FOR AMBULATORY CARE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43824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Revenue-assurance infrastructure for German ambulatory care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The care happened. </a:t>
            </a:r>
            <a:pPr indent="0" marL="0">
              <a:buNone/>
            </a:pPr>
            <a:r>
              <a:rPr lang="en-US" sz="3400" i="1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The paperwork failed.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Care delivered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157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715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826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2826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Small form error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96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496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Claim problem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165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4165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Administrative work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83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983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B2E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Cashflow impact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860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Ambulatory care providers in Germany run on thin margins. A missing signature, an illegible abbreviation, a wrong date turns a completed, legitimate service into a rejected claim — costing thousands of euros per provider, per month, in delayed or lost cash.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BRAND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7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Earn trust before billing.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EDB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Nura turns care into a verifiable evidence chain — before a claim moves forward.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1180" y="3657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52A1F"/>
          </a:solidFill>
          <a:ln w="9525">
            <a:solidFill>
              <a:srgbClr val="3F96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1180" y="365760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D4AE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96516" y="3657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52A1F"/>
          </a:solidFill>
          <a:ln w="9525">
            <a:solidFill>
              <a:srgbClr val="3F96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96516" y="365760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D4AE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1852" y="3657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52A1F"/>
          </a:solidFill>
          <a:ln w="9525">
            <a:solidFill>
              <a:srgbClr val="3F96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1852" y="365760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D4AE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87188" y="3657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2233"/>
          </a:solidFill>
          <a:ln w="9525">
            <a:solidFill>
              <a:srgbClr val="3340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87188" y="365760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32524" y="3657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2233"/>
          </a:solidFill>
          <a:ln w="9525">
            <a:solidFill>
              <a:srgbClr val="3340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32524" y="365760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Billing-ready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77860" y="3657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2233"/>
          </a:solidFill>
          <a:ln w="9525">
            <a:solidFill>
              <a:srgbClr val="3340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77860" y="365760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23196" y="3657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A2233"/>
          </a:solidFill>
          <a:ln w="9525">
            <a:solidFill>
              <a:srgbClr val="3340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23196" y="3657600"/>
            <a:ext cx="1417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8C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Reimbursement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51180" y="457200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966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Caregiver sees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387188" y="457200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Nura's infrastructure handles the rest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 service should not silently fall out of the chain because one required field was missed. The fix isn't more paperwork — it's making the chain itself impossible to silently break.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Five taps. No menus, no forms.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Arrive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0116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80360" y="20116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Confirm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0116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20116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Perform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0116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95160" y="20116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Slide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0116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52560" y="20116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Done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1089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Underneath: multi-signal visit verification, a versioned rules engine, and a billing firewall that checks every service before it's allowed to become a claim.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0" y="306324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93A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CLAIM VALIDATION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Patient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0" y="37033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BF9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069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Service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0" y="40690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BF9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4434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Date &amp; time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0" y="4434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BF9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4800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Required documentation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0" y="4800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BF9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5166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Confirmation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0" y="5166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BF9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5715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BF9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✓  All checks passed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Nura doesn't automate risk.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It automates certainty.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Verify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Never trust a single signal.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Low-confidence visit matches escalate to the caregiver instead of guessing.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251460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Never send incomplete billing data.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The billing firewall blocks a claim before it's incomplete, not after.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51460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Record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Never silently overwrite an audit trail.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Corrections create a new event — the original gap stays visible.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251460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Escalate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55548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Never decide automatically under uncertainty.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Sync conflicts lock billing and route to a supervisor, not auto-resolve.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One managed digital work station.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8B93A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HARDWARE-AS-A-SERVICE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€129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DB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per device, per month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977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3E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•  Hardware + device management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297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3E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•  Nura software + updates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617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3E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•  Security, remote lock/wipe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937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3E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•  Offline sync + audit trail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257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3E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•  Support &amp; SLA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1031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Not </a:t>
            </a:r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"an app that costs €129."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~15,300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ambulatory care providers in Germany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420,000+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caregivers as the target market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51206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Market-size figures are from the original concept memo; not independently re-verified in this deck.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Start small. Prove the economics. Scale.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Baseline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Measure current documentation-related rejection rate.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017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Introduce Nura into daily caregiver workflows.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Measurement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017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Track rejection rate, correction time, billing readiness.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606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Scale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3017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Expand only once evidence is measurable.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480560"/>
            <a:ext cx="10515600" cy="0"/>
          </a:xfrm>
          <a:prstGeom prst="line">
            <a:avLst/>
          </a:prstGeom>
          <a:noFill/>
          <a:ln w="12700">
            <a:solidFill>
              <a:srgbClr val="E2E2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The KPI that matters: documentation-related billing rejection rate — measured before and after deployment, not asserted upfront.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We are not claiming 0% rejection across every cause, and pilot validation is single-site — a case study, not market-wide proof yet.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INTELLECTUAL HONESTY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7F5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What we're not claiming today.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solidFill>
            <a:srgbClr val="141A2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103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DE3E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Not 0% billing rejection.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21031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Only documentation/form-related rejections trend toward zero — Nura can't control every payer-side reason.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926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DE3E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Not fraud prevention.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926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Nura creates an evidence chain, not mathematical proof of care.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10515600" cy="822960"/>
          </a:xfrm>
          <a:prstGeom prst="rect">
            <a:avLst/>
          </a:prstGeom>
          <a:solidFill>
            <a:srgbClr val="141A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749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DE3E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Not a TI/KIM replacement.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37490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Nura is integration-ready, not a replacement for regulated infrastructure.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DE3EC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Not market-wide proof.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Pilot validation is single-site — a case study, not proof the model generalizes yet.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213D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The founders behind Nura.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120" y="1600200"/>
            <a:ext cx="7481455" cy="3703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355120" y="5504688"/>
            <a:ext cx="1870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Rafael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355120" y="5833872"/>
            <a:ext cx="1870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Co-Founder &amp; CSO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225484" y="5504688"/>
            <a:ext cx="1870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Louis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225484" y="5833872"/>
            <a:ext cx="1870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Co-Founder &amp; COO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095848" y="5504688"/>
            <a:ext cx="1870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Ivan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95848" y="5833872"/>
            <a:ext cx="1870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Co-Founder &amp; CTO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966211" y="5504688"/>
            <a:ext cx="1870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Oscar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966211" y="5833872"/>
            <a:ext cx="18703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Founder &amp; CEO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1156" y="5029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43220" y="47548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NURA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1523848" y="1234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Nura protects the revenue between</a:t>
            </a:r>
            <a:endParaRPr lang="en-US" sz="2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0A0F17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care delivered and cash received.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4838548" y="2331720"/>
            <a:ext cx="2514600" cy="2743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868" y="2606040"/>
            <a:ext cx="1965960" cy="1965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838548" y="46451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Scan to try the prototype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2438248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8"/>
                </a:solidFill>
                <a:latin typeface="Satoshi" pitchFamily="34" charset="0"/>
                <a:ea typeface="Satoshi" pitchFamily="34" charset="-122"/>
                <a:cs typeface="Satoshi" pitchFamily="34" charset="-120"/>
              </a:rPr>
              <a:t>peeky-0.github.io/NURA-Health-Care-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2026-08-28T13:30:21Z</dcterms:created>
  <dcterms:modified xsi:type="dcterms:W3CDTF">2026-08-28T13:30:21Z</dcterms:modified>
</cp:coreProperties>
</file>